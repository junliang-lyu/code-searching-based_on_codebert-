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1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Data-Driven Code Search Engine Based on GraphCodeBERT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Summer Bootcamp Research – SMU, July 2025</a:t>
            </a:r>
          </a:p>
          <a:p>
            <a:r>
              <a:rPr dirty="0" err="1"/>
              <a:t>Junliang</a:t>
            </a:r>
            <a:r>
              <a:rPr dirty="0"/>
              <a:t> L</a:t>
            </a:r>
            <a:r>
              <a:rPr lang="en-US" altLang="zh-CN" dirty="0"/>
              <a:t>yu</a:t>
            </a:r>
            <a:endParaRPr dirty="0"/>
          </a:p>
          <a:p>
            <a:r>
              <a:rPr dirty="0"/>
              <a:t>Advisor: Prof. </a:t>
            </a:r>
            <a:r>
              <a:rPr dirty="0" err="1"/>
              <a:t>Xihao</a:t>
            </a:r>
            <a:r>
              <a:rPr dirty="0"/>
              <a:t> Xie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Reuse of code is important but hard to automate</a:t>
            </a:r>
          </a:p>
          <a:p>
            <a:r>
              <a:rPr dirty="0"/>
              <a:t>Keyword-based search ≠ semantic understanding</a:t>
            </a:r>
          </a:p>
          <a:p>
            <a:r>
              <a:rPr dirty="0"/>
              <a:t>Goal: Neural-based code search system</a:t>
            </a:r>
          </a:p>
          <a:p>
            <a:r>
              <a:rPr dirty="0"/>
              <a:t>Based on </a:t>
            </a:r>
            <a:r>
              <a:rPr dirty="0" err="1"/>
              <a:t>GraphCodeBERT</a:t>
            </a:r>
            <a:r>
              <a:rPr dirty="0"/>
              <a:t> + FAISS + reranking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Week 1: Paper review (CodeSearchNet, GraphCodeBERT)</a:t>
            </a:r>
          </a:p>
          <a:p>
            <a:r>
              <a:t>Tools: Hugging Face, GitHub API, FAISS</a:t>
            </a:r>
          </a:p>
          <a:p>
            <a:r>
              <a:t>Week 2: Experiment setup &amp; system design</a:t>
            </a:r>
          </a:p>
          <a:p>
            <a:r>
              <a:t>Week 3: Evaluation &amp;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Compared: </a:t>
            </a:r>
            <a:r>
              <a:rPr dirty="0" err="1"/>
              <a:t>CodeBERT</a:t>
            </a:r>
            <a:r>
              <a:rPr dirty="0"/>
              <a:t> vs </a:t>
            </a:r>
            <a:r>
              <a:rPr dirty="0" err="1"/>
              <a:t>GraphCodeBERT</a:t>
            </a:r>
            <a:endParaRPr dirty="0"/>
          </a:p>
          <a:p>
            <a:r>
              <a:rPr dirty="0"/>
              <a:t>Chose </a:t>
            </a:r>
            <a:r>
              <a:rPr dirty="0" err="1"/>
              <a:t>GraphCodeBERT</a:t>
            </a:r>
            <a:r>
              <a:rPr dirty="0"/>
              <a:t>: supports structural semantics</a:t>
            </a:r>
          </a:p>
          <a:p>
            <a:r>
              <a:rPr dirty="0"/>
              <a:t>Used mean pooling for simplicity</a:t>
            </a:r>
          </a:p>
          <a:p>
            <a:r>
              <a:t>Example code: def greet(): print(</a:t>
            </a:r>
            <a:r>
              <a:rPr lang="en-US" altLang="zh-CN"/>
              <a:t>hello world</a:t>
            </a:r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Tried GitHub raw data → messy (mostly URLs)</a:t>
            </a:r>
          </a:p>
          <a:p>
            <a:r>
              <a:t>Switched to Hugging Face CodeSearchNet (Python)</a:t>
            </a:r>
          </a:p>
          <a:p>
            <a:r>
              <a:t>.jsonl format: query + code</a:t>
            </a:r>
          </a:p>
          <a:p>
            <a:r>
              <a:t>Split into train / val /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Vectorization &amp;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GraphCodeBERT → mean pooling</a:t>
            </a:r>
          </a:p>
          <a:p>
            <a:r>
              <a:t>Saved vectors as .npy + float32 for FAISS</a:t>
            </a:r>
          </a:p>
          <a:p>
            <a:r>
              <a:t>Built two indices:</a:t>
            </a:r>
          </a:p>
          <a:p>
            <a:r>
              <a:t>- L2 (IndexFlatL2)</a:t>
            </a:r>
          </a:p>
          <a:p>
            <a:r>
              <a:t>- Cosine (IndexFlatIP with normalized vectors)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Automatic: MRR</a:t>
            </a:r>
            <a:r>
              <a:rPr lang="zh-CN" altLang="en-US" dirty="0"/>
              <a:t>（</a:t>
            </a:r>
            <a:r>
              <a:rPr lang="en-US" altLang="zh-CN" i="1" dirty="0"/>
              <a:t>Mean Reciprocal Rank</a:t>
            </a:r>
            <a:r>
              <a:rPr lang="zh-CN" altLang="en-US" dirty="0"/>
              <a:t>）</a:t>
            </a:r>
            <a:r>
              <a:rPr dirty="0"/>
              <a:t> = 0.396, Recall@5</a:t>
            </a:r>
            <a:r>
              <a:rPr lang="zh-CN" altLang="en-US" dirty="0"/>
              <a:t>（</a:t>
            </a:r>
            <a:r>
              <a:rPr lang="en-US" altLang="zh-CN" dirty="0"/>
              <a:t>Recall at top 5</a:t>
            </a:r>
            <a:r>
              <a:rPr lang="zh-CN" altLang="en-US" dirty="0"/>
              <a:t>）</a:t>
            </a:r>
            <a:r>
              <a:rPr dirty="0"/>
              <a:t> = 0.453</a:t>
            </a:r>
          </a:p>
          <a:p>
            <a:r>
              <a:rPr dirty="0"/>
              <a:t>Manual: benchmark queries via UI search</a:t>
            </a:r>
          </a:p>
          <a:p>
            <a:r>
              <a:rPr dirty="0"/>
              <a:t>Frontend shows L2 / cosine results</a:t>
            </a:r>
          </a:p>
          <a:p>
            <a:r>
              <a:rPr dirty="0"/>
              <a:t>Reranking with cross-encoder boosts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65A27EC-4AA5-F1C6-270B-791C35DC5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598"/>
            <a:ext cx="9144000" cy="63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Structural semantics hard to understand at first</a:t>
            </a:r>
          </a:p>
          <a:p>
            <a:r>
              <a:rPr dirty="0"/>
              <a:t>Dataset format issue → switched source</a:t>
            </a:r>
          </a:p>
          <a:p>
            <a:r>
              <a:rPr dirty="0"/>
              <a:t>L2 vs Cosine confusion → tested both</a:t>
            </a:r>
          </a:p>
          <a:p>
            <a:r>
              <a:rPr dirty="0"/>
              <a:t>UI function errors → fixed &amp; improved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Dual-stage search system completed</a:t>
            </a:r>
          </a:p>
          <a:p>
            <a:r>
              <a:rPr dirty="0"/>
              <a:t>Future directions:</a:t>
            </a:r>
          </a:p>
          <a:p>
            <a:r>
              <a:rPr dirty="0"/>
              <a:t>- Use test set for generalization</a:t>
            </a:r>
          </a:p>
          <a:p>
            <a:r>
              <a:rPr dirty="0"/>
              <a:t>- Extend to other languages</a:t>
            </a:r>
          </a:p>
          <a:p>
            <a:r>
              <a:rPr dirty="0"/>
              <a:t>- Integrate LLMs for richer query understanding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A129C-063E-5878-CEEE-02E9643C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04082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82650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285</Words>
  <Application>Microsoft Office PowerPoint</Application>
  <PresentationFormat>全屏显示(4:3)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Data-Driven Code Search Engine Based on GraphCodeBERT</vt:lpstr>
      <vt:lpstr>Project Overview</vt:lpstr>
      <vt:lpstr>Research Plan</vt:lpstr>
      <vt:lpstr>Model Selection</vt:lpstr>
      <vt:lpstr>Dataset</vt:lpstr>
      <vt:lpstr>Vectorization &amp; Indexing</vt:lpstr>
      <vt:lpstr>Evaluation</vt:lpstr>
      <vt:lpstr>PowerPoint 演示文稿</vt:lpstr>
      <vt:lpstr>Challenges &amp; Fixes</vt:lpstr>
      <vt:lpstr>Conclusion &amp; Future Work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俊良 吕</cp:lastModifiedBy>
  <cp:revision>6</cp:revision>
  <dcterms:created xsi:type="dcterms:W3CDTF">2013-01-27T09:14:16Z</dcterms:created>
  <dcterms:modified xsi:type="dcterms:W3CDTF">2025-07-25T20:00:48Z</dcterms:modified>
  <cp:category/>
</cp:coreProperties>
</file>